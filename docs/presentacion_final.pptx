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Tienda de Deportes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Presentaci?n final editable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Autor/a: [COMPLETAR]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Curso e instituci?n: [COMPLETAR]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Fecha: [COMPLETAR]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Problema y objetivos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Problema observado: [COMPLETAR CON EVIDENCIA REAL]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Objetivo general: [COMPLETAR]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Objetivos espec?ficos: [COMPLETAR]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Encuestas y entrevistas: [PENDIENTE DE REALIZAR]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Alcance y requerimientos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Cat?logo, variantes y stock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POS y registro de ventas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Pedidos online con verificaci?n externa de pagos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Roles ADMIN, EMPLOYEE y CUSTOMER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Proyectos, fases y tareas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Arquitectura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React + TypeScript + Vite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API REST: Node.js + Express + TypeScript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PostgreSQL en Supabase mediante pg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Frontend y backend desplegados por separado en Vercel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Diagrama/URL de despliegue: [COMPLETAR]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M?dulos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Cat?logo e inventario: SKU, umbral bajo y movimientos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POS: transacci?n, precio de servidor e idempotencia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E-commerce: pedido, reserva y Mercado Pago opcional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Proyectos: fases, responsables y seguimiento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Capturas reales de interfaz: [INSERTAR]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Reglas de negocio y seguridad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El backend autoriza cada operaci?n por rol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Sesiones en cookies HTTP-only; CSRF y validaci?n de origen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Stock bloqueado con transacciones y reservas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Webhook firmado y pago consultado con API del proveedor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Credenciales privadas solo en backend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Dise?o y prototipos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Figma: [PEGAR ENLACE O CAPTURAS]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Flujos: acceso, inventario, POS, compra, pedidos y proyectos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Estados: carga, vac?o, error, permiso denegado y ?xito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Realizado por: [COMPLETAR]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Pruebas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Pruebas unitarias ejecutadas: [REGISTRAR COMANDO Y RESULTADO]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Build: [REGISTRAR COMANDO Y RESULTADO]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Pruebas de integraci?n: [PENDIENTE EN BASE AISLADA]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Pruebas con usuarios: [PENDIENTE]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Evidencia: [INSERTAR ARCHIVOS REALES]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Resultados y limitaciones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Resultados medidos: [COMPLETAR CON EVIDENCIA]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Mercado Pago: requiere credenciales y validaci?n sandbox antes de declarar operativo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Supabase y Vercel: verificar configuraci?n de staging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Pagos tard?os pasan a revisi?n manual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?tulo"/>
          <p:cNvSpPr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AR" sz="2800" b="1">
                <a:solidFill>
                  <a:srgbClr val="123A52"/>
                </a:solidFill>
                <a:latin typeface="Aptos Display"/>
              </a:rPr>
              <a:t>Mejoras y cierre</a:t>
            </a:r>
            <a:endParaRPr lang="es-AR"/>
          </a:p>
        </p:txBody>
      </p:sp>
      <p:sp>
        <p:nvSpPr>
          <p:cNvPr id="3" name="Contenido editable"/>
          <p:cNvSpPr/>
          <p:nvPr/>
        </p:nvSpPr>
        <p:spPr>
          <a:xfrm>
            <a:off x="914400" y="16002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Prioridades sugeridas: [VALIDAR CON USUARIOS]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Pr?ximas mejoras: [COMPLETAR]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Encuestas y retroalimentaci?n: [INSERTAR S?NTESIS REAL]</a:t>
            </a:r>
            <a:endParaRPr lang="es-AR"/>
          </a:p>
          <a:p>
            <a:pPr marL="342900" indent="-228600">
              <a:buChar char="?"/>
            </a:pPr>
            <a:r>
              <a:rPr lang="es-AR" sz="1800">
                <a:solidFill>
                  <a:srgbClr val="263746"/>
                </a:solidFill>
                <a:latin typeface="Aptos"/>
              </a:rPr>
              <a:t>Gracias ? preguntas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gliaferro">
  <a:themeElements>
    <a:clrScheme name="Tagliaferro">
      <a:dk1>
        <a:srgbClr val="123A52"/>
      </a:dk1>
      <a:lt1>
        <a:srgbClr val="FFFFFF"/>
      </a:lt1>
      <a:dk2>
        <a:srgbClr val="263746"/>
      </a:dk2>
      <a:lt2>
        <a:srgbClr val="F3F6F8"/>
      </a:lt2>
      <a:accent1>
        <a:srgbClr val="168C83"/>
      </a:accent1>
      <a:accent2>
        <a:srgbClr val="E98A43"/>
      </a:accent2>
      <a:accent3>
        <a:srgbClr val="4F7593"/>
      </a:accent3>
      <a:accent4>
        <a:srgbClr val="7C8B99"/>
      </a:accent4>
      <a:accent5>
        <a:srgbClr val="D9E3EA"/>
      </a:accent5>
      <a:accent6>
        <a:srgbClr val="98C9C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